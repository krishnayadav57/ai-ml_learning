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6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What is NumPy?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NumPy stands for Numerical Python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Helps perform fast mathematical calculations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Works with large amounts of data efficiently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Foundation library for ML tools like Pandas, Scikit‑Learn, TensorFlow,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PyTorch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Why NumPy Was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Python lists are slow &amp; not designed for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    	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mathematical operations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ML requires millions of operations per second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NumPy provides fast, optimized, C-based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computations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Works like a powerful calculator for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Python List vs NumPy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Python List: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Slow processing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Stores mixed types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High memory usage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NumPy Array: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Much faster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Stores same data type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Very efficient memory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Array = A container storing many numbers together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1D → Simple list of numbers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2D → Table (rows × columns)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3D → Multiple tables stacked (like images)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Machine Learning mostly uses 2D &amp; 3D arrays.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Example: Student Marks as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Table: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S1 → [85, 80, 78]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S2 → [75, 82, 88]</a:t>
            </a: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Converted into NumPy Matrix: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[[85, 80, 78],</a:t>
            </a: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 [75, 82, 88]]</a:t>
            </a: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ML models learn patterns from such matrices.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Operations Needed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Matrix multiplication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Vector addition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Dot product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Transpose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Mean, Standard deviation</a:t>
            </a:r>
          </a:p>
          <a:p>
            <a:endParaRPr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NumPy performs these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Example Code (Simple Demonstration)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import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numpy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 as np</a:t>
            </a: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x =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([1, 2, 3])</a:t>
            </a: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y =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np.array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>([4, 5, 6])</a:t>
            </a:r>
          </a:p>
          <a:p>
            <a:endParaRPr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print(x + y)        # [5 7 9]</a:t>
            </a: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print(np.dot(x, y)) #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Why NumPy Makes ML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Uses C-language under the hood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Vectorization → processes many values 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once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Uses less memory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Essential for training ML models quickly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NumPy in Popular ML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NumPy is the backbone of: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Pandas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Scikit-Learn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TensorFlow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dirty="0" err="1">
                <a:solidFill>
                  <a:schemeClr val="tx2">
                    <a:lumMod val="75000"/>
                  </a:schemeClr>
                </a:solidFill>
              </a:rPr>
              <a:t>PyTorch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Matplotlib</a:t>
            </a:r>
          </a:p>
          <a:p>
            <a:endParaRPr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These libraries internally use NumPy arrays.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Why Learn NumPy Before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ML = Data + Math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NumPy handles data structures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NumPy performs mathematical operations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Understanding ML becomes much easier after learning NumPy</a:t>
            </a:r>
          </a:p>
          <a:p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Therefore: Learn NumPy → Then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Demonstration: ML Model as Math on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Training a model uses: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Input → Array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Output → Array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Weights → Array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Bias → Array</a:t>
            </a: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• Updates = Matrix math using NumPy</a:t>
            </a:r>
          </a:p>
          <a:p>
            <a:pPr marL="0" indent="0">
              <a:buNone/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Everything in ML is built on arrays.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Where NumPy Is Used in ML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Data cleaning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Feature engineering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Normalization &amp; scaling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Calculating loss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Backpropagation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Weight updates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• Predictions</a:t>
            </a:r>
          </a:p>
          <a:p>
            <a:pPr marL="0" indent="0">
              <a:buNone/>
            </a:pPr>
            <a:endParaRPr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Every ML step includes NumPy.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NumPy is the foundation of 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Makes Python fast &amp; memory efficient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Simplifies matrix &amp; vector operations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Essential for modern ML libraries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• Learn NumPy → ML becomes easy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513</Words>
  <Application>Microsoft Office PowerPoint</Application>
  <PresentationFormat>On-screen Show (4:3)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What is NumPy?</vt:lpstr>
      <vt:lpstr>Why NumPy Was Created</vt:lpstr>
      <vt:lpstr>Python List vs NumPy Array</vt:lpstr>
      <vt:lpstr>What is an Array?</vt:lpstr>
      <vt:lpstr>Example: Student Marks as an Array</vt:lpstr>
      <vt:lpstr>Operations Needed in Machine Learning</vt:lpstr>
      <vt:lpstr>Example Code (Simple Demonstration)</vt:lpstr>
      <vt:lpstr>Why NumPy Makes ML Faster</vt:lpstr>
      <vt:lpstr>NumPy in Popular ML Libraries</vt:lpstr>
      <vt:lpstr>Why Learn NumPy Before Machine Learning?</vt:lpstr>
      <vt:lpstr>Demonstration: ML Model as Math on Arrays</vt:lpstr>
      <vt:lpstr>Where NumPy Is Used in ML Tasks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NumPy?</dc:title>
  <dc:subject/>
  <dc:creator/>
  <cp:keywords/>
  <dc:description>generated using python-pptx</dc:description>
  <cp:lastModifiedBy>Anish Dahal</cp:lastModifiedBy>
  <cp:revision>2</cp:revision>
  <dcterms:created xsi:type="dcterms:W3CDTF">2013-01-27T09:14:16Z</dcterms:created>
  <dcterms:modified xsi:type="dcterms:W3CDTF">2025-12-09T13:27:30Z</dcterms:modified>
  <cp:category/>
</cp:coreProperties>
</file>